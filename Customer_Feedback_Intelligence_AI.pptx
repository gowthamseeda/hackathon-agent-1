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Feedback Intelligence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Orchestrating Insights with Gemini 2.5 &amp; Google ADK</a:t>
            </a:r>
          </a:p>
          <a:p>
            <a:r>
              <a:t>Built for the AI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automated feedback analysis system that turns raw reviews into actionable intelligence.</a:t>
            </a:r>
          </a:p>
          <a:p>
            <a:pPr lvl="1"/>
            <a:r>
              <a:t>Key Components:</a:t>
            </a:r>
          </a:p>
          <a:p>
            <a:pPr lvl="2"/>
            <a:r>
              <a:t>LLM: Gemini 2.5 Flash (Hyper-fast, large context)</a:t>
            </a:r>
          </a:p>
          <a:p>
            <a:pPr lvl="2"/>
            <a:r>
              <a:t>Framework: Google Agent Development Kit (ADK)</a:t>
            </a:r>
          </a:p>
          <a:p>
            <a:pPr lvl="2"/>
            <a:r>
              <a:t>Deployment: Google Cloud Run (Serverless Scaling)</a:t>
            </a:r>
          </a:p>
          <a:p>
            <a:pPr lvl="2"/>
            <a:r>
              <a:t>Interface: Modern Chatbot UI with Sentiment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&amp; Future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100% Automated Feedback Triage: Instant sentiment detection.</a:t>
            </a:r>
          </a:p>
          <a:p>
            <a:pPr lvl="1"/>
            <a:r>
              <a:t>Concise Summarization: Distills long reviews into 1-paragraph insights.</a:t>
            </a:r>
          </a:p>
          <a:p>
            <a:pPr lvl="1"/>
            <a:r>
              <a:t>Response Optimization: Drafts professional replies in the brand voice.</a:t>
            </a:r>
          </a:p>
          <a:p>
            <a:pPr lvl="1"/>
            <a:r>
              <a:t>Scalability: Ready to handle thousands of reviews via Cloud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